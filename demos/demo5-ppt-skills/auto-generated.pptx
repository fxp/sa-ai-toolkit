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战略共识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明确AI导购在市场中的定位与优势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确立短期与长期战略目标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确保团队对战略目标达成共识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技术方案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核心算法的选型与优化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系统架构设计与实施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数据安全与隐私保护措施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MVP进展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MVP版本功能实现情况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用户测试与反馈收集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迭代优化计划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科研产出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关键科研成果展示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专利申请与授权情况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学术合作与交流成果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6B00"/>
                </a:solidFill>
              </a:defRPr>
            </a:pPr>
            <a:r>
              <a:t>行动计划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下一步开发计划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市场推广策略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团队建设与人才培养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