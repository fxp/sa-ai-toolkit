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SmartPet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AI宠物助手 — 让每个宠物主人拥有专属兽医顾问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董事会汇报  |  2026.Q2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01  市场规模与机会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02  产品定位与架构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03  竞争优势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54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04  用户洞察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</a:rPr>
              <a:t>05  团队介绍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43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06  融资计划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市场规模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$12.8B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2025年全球AI客服市场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731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30.4%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CAGR 年复合增长率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768096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517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中国市场占全球18%，约$2.3B\n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大企业AI客服渗透率72%，中小企业仅23%\n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→ 中小企业市场是最大蓝海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用户层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1188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微信小程序 / App / Web Widget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3774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3774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AI引擎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2377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多模态对话 + 情感计算 + 知识图谱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56616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数据层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3566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宠物健康档案 + 营养数据库 + 医院网络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竞争优势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37360" y="1188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垂直领域深度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0" y="11887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专注宠物健康，知识图谱覆盖3000+疾病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7744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3774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多模态交互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0" y="237744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图片识别皮肤病、语音描述症状、视频远程问诊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66160"/>
            <a:ext cx="73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3736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本地化优势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35661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中文优化、支持本地部署、接入国内宠物医院网络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融资计划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¥5,000万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Pre-A轮融资目标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50%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研发投入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¥2500万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30%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市场拓展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¥1500万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256032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8346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</a:rPr>
              <a:t>20%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</a:rPr>
              <a:t>运营储备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¥1000万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SmartPet — 让每个宠物主人拥有专属兽医顾问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2026-04-10T23:55:25Z</dcterms:created>
  <dcterms:modified xsi:type="dcterms:W3CDTF">2026-04-10T23:55:25Z</dcterms:modified>
</cp:coreProperties>
</file>